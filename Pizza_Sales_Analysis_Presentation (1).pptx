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9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3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7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5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0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1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7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97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9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1740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8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95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1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8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Pizza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SQL &amp; Power BI</a:t>
            </a:r>
          </a:p>
          <a:p>
            <a:r>
              <a:t>Data-Driven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Analyzed real-world pizza sales dataset using SQL and Power BI.</a:t>
            </a:r>
          </a:p>
          <a:p>
            <a:r>
              <a:t>• SQL used for data querying, KPI calculation, and trend analysis.</a:t>
            </a:r>
          </a:p>
          <a:p>
            <a:r>
              <a:t>• Used GROUP BY, CTEs, and Window Functions.</a:t>
            </a:r>
          </a:p>
          <a:p>
            <a:r>
              <a:t>• Power BI used to create interactive dashboards.</a:t>
            </a:r>
          </a:p>
          <a:p>
            <a:r>
              <a:t>• Focused on sales performance, customer behavior, and product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Calculate KPIs: Total Revenue, Total Orders, Average Order Value.</a:t>
            </a:r>
          </a:p>
          <a:p>
            <a:r>
              <a:t>2. Identify top-performing pizzas by revenue and quantity.</a:t>
            </a:r>
          </a:p>
          <a:p>
            <a:r>
              <a:t>3. Analyze monthly and seasonal sales trends.</a:t>
            </a:r>
          </a:p>
          <a:p>
            <a:r>
              <a:t>4. Compare sales by size and category.</a:t>
            </a:r>
          </a:p>
          <a:p>
            <a:r>
              <a:t>5. Generate data-driven insights for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</a:t>
            </a:r>
          </a:p>
          <a:p>
            <a:r>
              <a:t>• Total Orders</a:t>
            </a:r>
          </a:p>
          <a:p>
            <a:r>
              <a:t>• Average Order Value (AOV)</a:t>
            </a:r>
          </a:p>
          <a:p>
            <a:r>
              <a:t>• Total Pizzas Sold</a:t>
            </a:r>
          </a:p>
          <a:p>
            <a:r>
              <a:t>• Category-wise Sales Contribution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 BY – Category &amp; Size Analysis</a:t>
            </a:r>
          </a:p>
          <a:p>
            <a:r>
              <a:t>• CTEs – Structured Complex Queries</a:t>
            </a:r>
          </a:p>
          <a:p>
            <a:r>
              <a:t>• Window Functions – Ranking &amp; Trend Analysis</a:t>
            </a:r>
          </a:p>
          <a:p>
            <a:r>
              <a:t>• Aggregate Functions – SUM, COUNT, AVG</a:t>
            </a:r>
          </a:p>
          <a:p>
            <a:r>
              <a:t>• Date Functions – Monthly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0876" y="176981"/>
            <a:ext cx="6347714" cy="1320800"/>
          </a:xfrm>
        </p:spPr>
        <p:txBody>
          <a:bodyPr/>
          <a:lstStyle/>
          <a:p>
            <a:r>
              <a:rPr dirty="0"/>
              <a:t>Power BI Dashboard - Veggie Category</a:t>
            </a:r>
          </a:p>
        </p:txBody>
      </p:sp>
      <p:pic>
        <p:nvPicPr>
          <p:cNvPr id="3" name="Picture 2" descr="6c1b6918-f4e0-41cc-ab1c-37e178460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5" y="1362750"/>
            <a:ext cx="8229600" cy="4710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915" y="29497"/>
            <a:ext cx="6347714" cy="1320800"/>
          </a:xfrm>
        </p:spPr>
        <p:txBody>
          <a:bodyPr>
            <a:normAutofit/>
          </a:bodyPr>
          <a:lstStyle/>
          <a:p>
            <a:r>
              <a:rPr sz="2800" dirty="0"/>
              <a:t>Power BI Dashboard - Chicken Category</a:t>
            </a:r>
          </a:p>
        </p:txBody>
      </p:sp>
      <p:pic>
        <p:nvPicPr>
          <p:cNvPr id="3" name="Picture 2" descr="e995f8b7-5392-4def-ab6c-b89bda0f92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343742"/>
            <a:ext cx="8229600" cy="4743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922" y="226142"/>
            <a:ext cx="6347714" cy="1320800"/>
          </a:xfrm>
        </p:spPr>
        <p:txBody>
          <a:bodyPr>
            <a:normAutofit/>
          </a:bodyPr>
          <a:lstStyle/>
          <a:p>
            <a:r>
              <a:rPr sz="3200" dirty="0"/>
              <a:t>Power BI Dashboard - Classic Category</a:t>
            </a:r>
          </a:p>
        </p:txBody>
      </p:sp>
      <p:pic>
        <p:nvPicPr>
          <p:cNvPr id="3" name="Picture 2" descr="a995035d-d010-41cd-acfb-99bf261a1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4" y="1546942"/>
            <a:ext cx="8229600" cy="4633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Classic category contributes maximum revenue.</a:t>
            </a:r>
          </a:p>
          <a:p>
            <a:r>
              <a:t>• Large size pizzas generate highest sales.</a:t>
            </a:r>
          </a:p>
          <a:p>
            <a:r>
              <a:t>• Orders peak between January to July.</a:t>
            </a:r>
          </a:p>
          <a:p>
            <a:r>
              <a:t>• Weekends (Friday–Saturday evenings) are busiest.</a:t>
            </a:r>
          </a:p>
          <a:p>
            <a:r>
              <a:t>• Seasonal demand patterns impact monthly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enabled deep business analysis.</a:t>
            </a:r>
          </a:p>
          <a:p>
            <a:r>
              <a:t>• Power BI helped visualize complex insights.</a:t>
            </a:r>
          </a:p>
          <a:p>
            <a:r>
              <a:t>• Dashboard supports data-driven decision-making.</a:t>
            </a:r>
          </a:p>
          <a:p>
            <a:r>
              <a:t>• Identified growth opportunities in size &amp; category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285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Pizza Sales Analysis</vt:lpstr>
      <vt:lpstr>Project Overview</vt:lpstr>
      <vt:lpstr>Project Objectives</vt:lpstr>
      <vt:lpstr>Key KPIs</vt:lpstr>
      <vt:lpstr>SQL Techniques Used</vt:lpstr>
      <vt:lpstr>Power BI Dashboard - Veggie Category</vt:lpstr>
      <vt:lpstr>Power BI Dashboard - Chicken Category</vt:lpstr>
      <vt:lpstr>Power BI Dashboard - Classic Category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Umesh Pardhi</cp:lastModifiedBy>
  <cp:revision>2</cp:revision>
  <dcterms:created xsi:type="dcterms:W3CDTF">2013-01-27T09:14:16Z</dcterms:created>
  <dcterms:modified xsi:type="dcterms:W3CDTF">2026-02-17T15:53:14Z</dcterms:modified>
  <cp:category/>
</cp:coreProperties>
</file>