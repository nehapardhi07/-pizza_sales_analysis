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Pizza Sales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SQL &amp; Power BI</a:t>
            </a:r>
          </a:p>
          <a:p>
            <a:r>
              <a:t>Data-Driven Business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Analyzed real-world pizza sales dataset using SQL and Power BI.</a:t>
            </a:r>
          </a:p>
          <a:p>
            <a:r>
              <a:t>• SQL used for data querying, KPI calculation, and trend analysis.</a:t>
            </a:r>
          </a:p>
          <a:p>
            <a:r>
              <a:t>• Used GROUP BY, CTEs, and Window Functions.</a:t>
            </a:r>
          </a:p>
          <a:p>
            <a:r>
              <a:t>• Power BI used to create interactive dashboards.</a:t>
            </a:r>
          </a:p>
          <a:p>
            <a:r>
              <a:t>• Focused on sales performance, customer behavior, and product trends.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Calculate KPIs: Total Revenue, Total Orders, Average Order Value.</a:t>
            </a:r>
          </a:p>
          <a:p>
            <a:r>
              <a:t>2. Identify top-performing pizzas by revenue and quantity.</a:t>
            </a:r>
          </a:p>
          <a:p>
            <a:r>
              <a:t>3. Analyze monthly and seasonal sales trends.</a:t>
            </a:r>
          </a:p>
          <a:p>
            <a:r>
              <a:t>4. Compare sales by size and category.</a:t>
            </a:r>
          </a:p>
          <a:p>
            <a:r>
              <a:t>5. Generate data-driven insights for business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Revenue</a:t>
            </a:r>
          </a:p>
          <a:p>
            <a:r>
              <a:t>• Total Orders</a:t>
            </a:r>
          </a:p>
          <a:p>
            <a:r>
              <a:t>• Average Order Value (AOV)</a:t>
            </a:r>
          </a:p>
          <a:p>
            <a:r>
              <a:t>• Total Pizzas Sold</a:t>
            </a:r>
          </a:p>
          <a:p>
            <a:r>
              <a:t>• Category-wise Sales Contribution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Techniques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GROUP BY – Category &amp; Size Analysis</a:t>
            </a:r>
          </a:p>
          <a:p>
            <a:r>
              <a:t>• CTEs – Structured Complex Queries</a:t>
            </a:r>
          </a:p>
          <a:p>
            <a:r>
              <a:t>• Window Functions – Ranking &amp; Trend Analysis</a:t>
            </a:r>
          </a:p>
          <a:p>
            <a:r>
              <a:t>• Aggregate Functions – SUM, COUNT, AVG</a:t>
            </a:r>
          </a:p>
          <a:p>
            <a:r>
              <a:t>• Date Functions – Monthly Trend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 - Veggie Category</a:t>
            </a:r>
          </a:p>
        </p:txBody>
      </p:sp>
      <p:pic>
        <p:nvPicPr>
          <p:cNvPr id="3" name="Picture 2" descr="6c1b6918-f4e0-41cc-ab1c-37e1784608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7105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 - Chicken Category</a:t>
            </a:r>
          </a:p>
        </p:txBody>
      </p:sp>
      <p:pic>
        <p:nvPicPr>
          <p:cNvPr id="3" name="Picture 2" descr="e995f8b7-5392-4def-ab6c-b89bda0f922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7438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 - Classic Category</a:t>
            </a:r>
          </a:p>
        </p:txBody>
      </p:sp>
      <p:pic>
        <p:nvPicPr>
          <p:cNvPr id="3" name="Picture 2" descr="a995035d-d010-41cd-acfb-99bf261a11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6330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Classic category contributes maximum revenue.</a:t>
            </a:r>
          </a:p>
          <a:p>
            <a:r>
              <a:t>• Large size pizzas generate highest sales.</a:t>
            </a:r>
          </a:p>
          <a:p>
            <a:r>
              <a:t>• Orders peak between January to July.</a:t>
            </a:r>
          </a:p>
          <a:p>
            <a:r>
              <a:t>• Weekends (Friday–Saturday evenings) are busiest.</a:t>
            </a:r>
          </a:p>
          <a:p>
            <a:r>
              <a:t>• Seasonal demand patterns impact monthly revenue.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SQL enabled deep business analysis.</a:t>
            </a:r>
          </a:p>
          <a:p>
            <a:r>
              <a:t>• Power BI helped visualize complex insights.</a:t>
            </a:r>
          </a:p>
          <a:p>
            <a:r>
              <a:t>• Dashboard supports data-driven decision-making.</a:t>
            </a:r>
          </a:p>
          <a:p>
            <a:r>
              <a:t>• Identified growth opportunities in size &amp; category segments.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